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6C7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6C7A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LIVEGUARD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compliance co-pilot that listens during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 — not after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&amp; mis-selling risk detection for BFSI call centers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WebRTC · Security &amp; Compliance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502920" cy="54864"/>
          </a:xfrm>
          <a:prstGeom prst="rect">
            <a:avLst/>
          </a:prstGeom>
          <a:solidFill>
            <a:srgbClr val="16C7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checked after the damage is already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23652">
              <a:alpha val="8000"/>
            </a:srgbClr>
          </a:solidFill>
          <a:ln w="12700">
            <a:solidFill>
              <a:srgbClr val="D7DE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the sales call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loan, insurance, or credit card pitch happens over the phone, live, with no real-time oversight.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72968" y="33375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23652">
              <a:alpha val="8000"/>
            </a:srgbClr>
          </a:solidFill>
          <a:ln w="12700">
            <a:solidFill>
              <a:srgbClr val="D7DE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 recorded and filed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sample of recordings — often &lt;5% — is ever reviewed at all.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07608" y="33375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23652">
              <a:alpha val="8000"/>
            </a:srgbClr>
          </a:solidFill>
          <a:ln w="12700">
            <a:solidFill>
              <a:srgbClr val="D7DE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 happens days later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analyst listens back, if the call is even selected for review.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42248" y="33375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5484D">
              <a:alpha val="12000"/>
            </a:srgbClr>
          </a:solidFill>
          <a:ln w="12700">
            <a:solidFill>
              <a:srgbClr val="E5484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is found — too late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fine, customer complaint, or mis-sold product has already happened.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catches it while the call is still happening.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LiveGuard nudges the agent while the call is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16C7A6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C7A6"/>
                </a:solidFill>
              </a:rPr>
              <a:t>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transcription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the call are transcribed live as they speak — not after the call ends.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2057400"/>
            <a:ext cx="548640" cy="548640"/>
          </a:xfrm>
          <a:prstGeom prst="ellipse">
            <a:avLst/>
          </a:prstGeom>
          <a:solidFill>
            <a:srgbClr val="16C7A6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C7A6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47288" y="2788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47288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for mandatory disclosures. Every nudge traces to a literal phrase match — auditable by design.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0176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2057400"/>
            <a:ext cx="548640" cy="548640"/>
          </a:xfrm>
          <a:prstGeom prst="ellipse">
            <a:avLst/>
          </a:prstGeom>
          <a:solidFill>
            <a:srgbClr val="16C7A6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C7A6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63056" y="2788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 detection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63056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LLM layer flags softer signals: affordability stress, confusion, mis-selling language — the things a keyword can't catch.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95944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78824" y="2057400"/>
            <a:ext cx="548640" cy="548640"/>
          </a:xfrm>
          <a:prstGeom prst="ellipse">
            <a:avLst/>
          </a:prstGeom>
          <a:solidFill>
            <a:srgbClr val="16C7A6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7882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C7A6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78824" y="27889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sidebar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878824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checklist + nudge feed the agent actually sees and acts on, mid-call.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Signaling, transcription, and the rule engine, end to end</a:t>
            </a:r>
            <a:endParaRPr lang="en-US" sz="2400" dirty="0"/>
          </a:p>
        </p:txBody>
      </p:sp>
      <p:pic>
        <p:nvPicPr>
          <p:cNvPr id="4" name="Image 0" descr="..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463040"/>
            <a:ext cx="101498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Live-during-the-call is the differentiator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45720" cy="1005840"/>
          </a:xfrm>
          <a:prstGeom prst="rect">
            <a:avLst/>
          </a:prstGeom>
          <a:solidFill>
            <a:srgbClr val="16C7A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post-call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an ongoing call and nudges the agent live — "you haven't disclosed the processing fee yet" — while there's still time to fix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45720" cy="1005840"/>
          </a:xfrm>
          <a:prstGeom prst="rect">
            <a:avLst/>
          </a:prstGeom>
          <a:solidFill>
            <a:srgbClr val="16C7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domain 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6758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conversational AI, WebRTC, and security/compliance in one system, for a BFSI-specific problem — not a generic support bot.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36592"/>
            <a:ext cx="45720" cy="1005840"/>
          </a:xfrm>
          <a:prstGeom prst="rect">
            <a:avLst/>
          </a:prstGeom>
          <a:solidFill>
            <a:srgbClr val="16C7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hard to get right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0474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streaming transcription accuracy, and false-positive tuning are real engineering constraints, not hand-waved.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CHECKS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real disclosure &amp; conduct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deliberately — not a comprehensive regulatory library. Rules live as data, so adding more is a data-entry task, not a code change.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60704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Rule     Product     Detection     Severity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11096"/>
            <a:ext cx="10607040" cy="713232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LOAN_PROCESSING_FEE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0208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E7A63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2020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679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LOAN_INTEREST_RATE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2679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2679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73405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5484D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7340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0607040" cy="713232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924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INSURANCE_FREE_LOOK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33924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3924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344728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5484D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3447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1056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CALL_RECORDING_CONSENT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41056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41056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69680" y="41605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2A93B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41605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64024"/>
            <a:ext cx="10607040" cy="713232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8188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MIS_SELLING_RISK_PHRASE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46320" y="4818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4818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69680" y="4873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E7A63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0" y="48737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left out — and why it's safe 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836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PBX / telephony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as a browser-to-browser WebRTC call. The hard part — the real-time analysis pipeline — is provider-agnostic; swapping in Twilio/Exotel is an integration task, not a redesign.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838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 for this build. Noted as the top v2 priority for a market like India.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6253A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840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rule library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realistic rules across two product types instead of an exhaustive catalogue. Rules are data-driven (JSON patterns in Postgres), so scaling the catalogue is a compliance-team task, not an engineering 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directly to the evaluation weighting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96012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BFSI domain + named tech (WebRTC) straight from the brief — not a generic bot retrofitted to the theme.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0607040" cy="96012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71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3017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Live-during-the-call detection is the differentiator against the inevitable wave of post-call "AI support bot" submissions.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0607040" cy="96012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690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/ NFR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handling, full audit trail, explainable rule engine — a real security/compliance conversation, not hand-waved.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0607040" cy="96012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66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52120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call with a nudge popping up on screen is inherently more compelling on video than a form-filling app.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6C7A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6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LIVEGUARD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it while it's still a conversation —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after it's a complaint.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· working demo · architecture · API docs · DB schema — all included in the submission repo.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LiveGuard — Real-Time Compliance &amp; Risk Co-Pilot</dc:title>
  <dc:subject>PptxGenJS Presentation</dc:subject>
  <dc:creator>LiveGuard Team</dc:creator>
  <cp:lastModifiedBy>LiveGuard Team</cp:lastModifiedBy>
  <cp:revision>1</cp:revision>
  <dcterms:created xsi:type="dcterms:W3CDTF">2026-07-03T05:28:07Z</dcterms:created>
  <dcterms:modified xsi:type="dcterms:W3CDTF">2026-07-03T05:28:07Z</dcterms:modified>
</cp:coreProperties>
</file>